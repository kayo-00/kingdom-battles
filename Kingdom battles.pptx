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0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664E4C-01F0-641A-0A25-CBC196FB0A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Kingdom battles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D25E9A-7E18-611E-9D9C-67387242A1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9410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793B903-AB42-42A0-AE97-93D366679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2C94DC-20A0-8BEB-90CF-51E600C1F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89000"/>
              </a:lnSpc>
            </a:pPr>
            <a:endParaRPr lang="en-US" sz="44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B4FA014-48FC-78D1-7F1A-CDF0D0D26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2286000"/>
            <a:ext cx="3282694" cy="3581400"/>
          </a:xfrm>
        </p:spPr>
        <p:txBody>
          <a:bodyPr vert="horz" lIns="91440" tIns="45720" rIns="91440" bIns="45720" rtlCol="0">
            <a:normAutofit/>
          </a:bodyPr>
          <a:lstStyle/>
          <a:p>
            <a:pPr marL="384048" indent="-384048">
              <a:lnSpc>
                <a:spcPct val="94000"/>
              </a:lnSpc>
              <a:spcAft>
                <a:spcPts val="200"/>
              </a:spcAft>
            </a:pPr>
            <a:r>
              <a:rPr lang="en-US" dirty="0"/>
              <a:t>Kingdom Battles – </a:t>
            </a:r>
            <a:r>
              <a:rPr lang="ru-RU" dirty="0"/>
              <a:t>это </a:t>
            </a:r>
            <a:r>
              <a:rPr lang="ru-RU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пошаговая стратегия для двоих игроков в сеттинге средневековья с несколькими типами игровых персонажей</a:t>
            </a:r>
          </a:p>
          <a:p>
            <a:pPr marL="384048" indent="-384048">
              <a:lnSpc>
                <a:spcPct val="94000"/>
              </a:lnSpc>
              <a:spcAft>
                <a:spcPts val="200"/>
              </a:spcAft>
            </a:pPr>
            <a:r>
              <a:rPr lang="ru-RU" dirty="0">
                <a:cs typeface="Times New Roman" panose="02020603050405020304" pitchFamily="18" charset="0"/>
              </a:rPr>
              <a:t>Цель игры</a:t>
            </a:r>
            <a:r>
              <a:rPr lang="en-US" dirty="0">
                <a:cs typeface="Times New Roman" panose="02020603050405020304" pitchFamily="18" charset="0"/>
              </a:rPr>
              <a:t>: </a:t>
            </a:r>
            <a:r>
              <a:rPr lang="ru-RU" dirty="0">
                <a:cs typeface="Times New Roman" panose="02020603050405020304" pitchFamily="18" charset="0"/>
              </a:rPr>
              <a:t>одолеть всех воинов противника</a:t>
            </a:r>
            <a:endParaRPr lang="en-US" dirty="0"/>
          </a:p>
        </p:txBody>
      </p:sp>
      <p:pic>
        <p:nvPicPr>
          <p:cNvPr id="6" name="Объект 5" descr="Изображение выглядит как дерево, облако, небо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24FB079-620B-1389-132F-80677E8BA0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58359" y="645106"/>
            <a:ext cx="5063280" cy="524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653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F9A0C1C-8ABC-401B-8FE9-AC9327C4C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BB6C6-A1F7-56B4-09C3-0C64A4942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831" y="495947"/>
            <a:ext cx="3927605" cy="6485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9000"/>
              </a:lnSpc>
            </a:pPr>
            <a:r>
              <a:rPr lang="ru-RU" sz="3600" b="1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Основы игры</a:t>
            </a:r>
            <a:endParaRPr lang="en-US" sz="3600" b="1" cap="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BA5783C3-2F96-40A7-A24F-30CB07AA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A9D08DBA-0326-4C4E-ACFB-576F3ABDD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94670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pic>
        <p:nvPicPr>
          <p:cNvPr id="6" name="Объект 5" descr="Изображение выглядит как снимок экрана, пиксель, игр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1FB03C9-E09D-45F2-63F0-A40CB96E47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0037" y="1144484"/>
            <a:ext cx="5135732" cy="475055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2F9C64F6-9659-3391-748B-EA3F2C84B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51962" y="495947"/>
            <a:ext cx="3855720" cy="5850966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У каждого игрока есть начальное количество золота, за которое он может купить воинов. Золото можно зарабатывать убивая вражеских воинов.</a:t>
            </a:r>
          </a:p>
          <a:p>
            <a:r>
              <a:rPr lang="ru-RU" dirty="0"/>
              <a:t>В течении первых двух ходов проходит стадия планирования, когда игроки покупают и располагают своих первых воинов. Их расположение влияет на ход битвы и её исход.</a:t>
            </a:r>
          </a:p>
          <a:p>
            <a:r>
              <a:rPr lang="ru-RU" dirty="0"/>
              <a:t>При нажатии на своего воина, находящегося на поле зелёными квадратиками отмечаются клетки, в которые может сходить выбранный воин. Красными отмечаются клетки врагов до которых может достать воин, если потратить все или менее очков действия.</a:t>
            </a:r>
          </a:p>
          <a:p>
            <a:r>
              <a:rPr lang="ru-RU" dirty="0"/>
              <a:t>При нажатии на любого воина, находящегося на поле, в нижней части экрана будет выводится информация о его состоянии.</a:t>
            </a:r>
          </a:p>
          <a:p>
            <a:r>
              <a:rPr lang="ru-RU" dirty="0"/>
              <a:t>У каждого типа воина своя дальность и сила атаки, своё количество очков действия и своё количество здоровья.</a:t>
            </a:r>
          </a:p>
        </p:txBody>
      </p:sp>
    </p:spTree>
    <p:extLst>
      <p:ext uri="{BB962C8B-B14F-4D97-AF65-F5344CB8AC3E}">
        <p14:creationId xmlns:p14="http://schemas.microsoft.com/office/powerpoint/2010/main" val="1678991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AE0A3D-77B9-F2CA-3026-B571979C5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можно улучшить игру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9715A6-C2A6-F09E-4E6A-CCA55D957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Добавить новых воинов</a:t>
            </a:r>
          </a:p>
          <a:p>
            <a:r>
              <a:rPr lang="ru-RU" dirty="0"/>
              <a:t>Добавить возможность игры по сети</a:t>
            </a:r>
          </a:p>
          <a:p>
            <a:r>
              <a:rPr lang="ru-RU" dirty="0"/>
              <a:t>Сделать воинам свои способности</a:t>
            </a:r>
          </a:p>
          <a:p>
            <a:r>
              <a:rPr lang="ru-RU" dirty="0"/>
              <a:t>Улучшить визуальную составляющую игры</a:t>
            </a:r>
          </a:p>
        </p:txBody>
      </p:sp>
    </p:spTree>
    <p:extLst>
      <p:ext uri="{BB962C8B-B14F-4D97-AF65-F5344CB8AC3E}">
        <p14:creationId xmlns:p14="http://schemas.microsoft.com/office/powerpoint/2010/main" val="655730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B8B618-D346-861A-566B-218EFB408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25" y="1301361"/>
            <a:ext cx="9612971" cy="927490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/>
              <a:t>Результат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1EC296-3C4A-1F45-257A-72B35A3D5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025" y="2228851"/>
            <a:ext cx="9612971" cy="3130801"/>
          </a:xfrm>
        </p:spPr>
        <p:txBody>
          <a:bodyPr/>
          <a:lstStyle/>
          <a:p>
            <a:r>
              <a:rPr lang="ru-RU" dirty="0"/>
              <a:t>Сделав игру, я развил свои навыки программирования и научился применять на практике полученные знания о </a:t>
            </a:r>
            <a:r>
              <a:rPr lang="en-US" dirty="0" err="1"/>
              <a:t>pygame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2786732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37</TotalTime>
  <Words>197</Words>
  <Application>Microsoft Office PowerPoint</Application>
  <PresentationFormat>Широкоэкранный</PresentationFormat>
  <Paragraphs>16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Aptos</vt:lpstr>
      <vt:lpstr>Franklin Gothic Book</vt:lpstr>
      <vt:lpstr>Times New Roman</vt:lpstr>
      <vt:lpstr>Уголки</vt:lpstr>
      <vt:lpstr>Kingdom battles</vt:lpstr>
      <vt:lpstr>Презентация PowerPoint</vt:lpstr>
      <vt:lpstr>Основы игры</vt:lpstr>
      <vt:lpstr>Как можно улучшить игру?</vt:lpstr>
      <vt:lpstr>Результат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 k</dc:creator>
  <cp:lastModifiedBy>den k</cp:lastModifiedBy>
  <cp:revision>1</cp:revision>
  <dcterms:created xsi:type="dcterms:W3CDTF">2025-02-24T18:08:09Z</dcterms:created>
  <dcterms:modified xsi:type="dcterms:W3CDTF">2025-02-24T18:46:08Z</dcterms:modified>
</cp:coreProperties>
</file>